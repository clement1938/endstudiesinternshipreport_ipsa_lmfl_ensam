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59" r:id="rId5"/>
    <p:sldId id="257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436132-337E-AC85-5830-FB56626854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D93DE6F-0ED6-D5F9-5866-ADC892EB1D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2E402A8-A62E-E3D1-5F29-B52C14C7B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5D9CA-D759-4567-B52D-4DFB61CD97E2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3CF889-FC03-FC05-96A4-24B43C815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AFCFB9-F9AE-0D5A-E4BE-F8BBB8C5E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614DF-629D-433B-886B-2ECC6EEC98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5436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1F015D-54FD-909D-62FE-EE88B902E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C50B38-FEF4-ED51-B424-39C326429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5979FB3-012C-7A7F-C856-51AA67E0B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5D9CA-D759-4567-B52D-4DFB61CD97E2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9B3B3BF-E51A-7934-E362-8DAAB85F9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A47A68-B008-3FE1-098B-6A432F4B4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614DF-629D-433B-886B-2ECC6EEC98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3491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1A1076-BE6F-1904-D8BA-C76638BE9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AD9860-8FBE-BF10-9BC7-B4FC48FC6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5E93923-0E0A-E2EC-5B81-A13A3C415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5D9CA-D759-4567-B52D-4DFB61CD97E2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746A20-2CC7-6A73-C984-09A31BCF3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31FC182-0BDD-A1B2-22A2-30A768372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614DF-629D-433B-886B-2ECC6EEC98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7451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1F67DF-058F-9FB8-EBB2-8E2493BD8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2A3B54-ACF6-57B6-00C1-51FDF90FE8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C20144B-C942-7971-1A7C-6B766A6F3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9E9C79D-C796-ED2D-1EDC-082607DA7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5D9CA-D759-4567-B52D-4DFB61CD97E2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781AC8E-1E7F-41C6-EF05-BA31EF1C9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8A548B4-810B-FD5F-7223-AD64FCB6D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614DF-629D-433B-886B-2ECC6EEC98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8772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0BABDA-79AF-4088-323D-0F888A7EB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E034CDC-CD95-3B7B-9E2C-3BC65D79A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E81F849-8FDE-1892-F7EB-D20EB77B0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74E8F90-9942-997F-B6F9-2BDB3891FF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6F87603-1DAA-1911-48E7-537AE168E8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BF784C0-AA4F-B186-BF20-81C7E43BB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5D9CA-D759-4567-B52D-4DFB61CD97E2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4F8E4C5-BD13-97DC-5C52-E90FDE626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A939AD4-240B-EAE3-A261-22159BCA6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614DF-629D-433B-886B-2ECC6EEC98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9116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27BA64-259F-9AB9-76C1-62A65F792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F798A31-3AA5-BCBF-884C-C019E2491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5D9CA-D759-4567-B52D-4DFB61CD97E2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CEAE7E2-8941-182A-66CC-4052B205C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2BD2FC3-DEF7-BC93-BFD9-50C7D9AF3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614DF-629D-433B-886B-2ECC6EEC98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5046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F057916-1326-E8E0-3642-06226F81F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5D9CA-D759-4567-B52D-4DFB61CD97E2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9B6BD81-FA21-5814-7106-2670D8B0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E89068-F1D1-49B9-1DAA-D30DD62F7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614DF-629D-433B-886B-2ECC6EEC98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6223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6A3BE3-BDD1-514F-3976-8FDB28F8B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FC2429-26EA-1C1F-A159-CA15263D7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937B0A7-39B0-9FAF-EDD7-D68C45D46D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8E7A338-E51D-CF30-A96F-BA67A02A2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5D9CA-D759-4567-B52D-4DFB61CD97E2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0489F7F-1A77-71C1-A96A-C44377E9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39F7F5F-F7D2-2E30-51B0-F3C6DF9C3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614DF-629D-433B-886B-2ECC6EEC98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3506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DA4DD5-C109-E4AF-6C2B-03A990E93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ECBBBCE-A49B-41A5-30F4-510DE28CFE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8ACB41A-0889-EED0-116D-7F9C97ABA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94377B2-A33F-5D5D-5DE3-CE41AC6E9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5D9CA-D759-4567-B52D-4DFB61CD97E2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8E8E537-7434-969D-6076-1E57192E9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B0BDB6F-C522-1E11-E33C-AA79B22C3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614DF-629D-433B-886B-2ECC6EEC98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2224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CA1595-96D1-AB0F-05FB-76B3F8BA9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6DFAE84-B4F8-EB0F-0BFA-7E3BBCECF5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6382F1F-6BB7-98AA-F802-25BCE7E2C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5D9CA-D759-4567-B52D-4DFB61CD97E2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F51471-E06F-993C-9D67-3E857F362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1B4DE5-DB5C-2317-E6CE-FCEB87175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614DF-629D-433B-886B-2ECC6EEC98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5161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C7B8C6D-270B-8E01-E876-AC50CD63D6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A2DF685-FDCA-DE04-8250-633A32969A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AFDC33B-46B7-F53E-90A8-C7E272F30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5D9CA-D759-4567-B52D-4DFB61CD97E2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05D289-920E-FBE5-F0CF-69065A97D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39A28B-3E87-ACAE-C423-5E3C40DD5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614DF-629D-433B-886B-2ECC6EEC98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1440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D8C75FF-8320-4459-FFFE-6A890B3B0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50F6CDC-E2DC-FA39-BC3D-AADCA83A0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BCA3C2F-D820-BCC7-10CF-722150215E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95D9CA-D759-4567-B52D-4DFB61CD97E2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850AF6D-0BE0-674C-12A9-A29129EF29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644E2D-C03B-9479-89C2-2A52B5E1A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2614DF-629D-433B-886B-2ECC6EEC98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8040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cercle, diagramme, lign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BDC4C670-392D-10C2-6A3D-6E1B91266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5282475-D85F-C627-7748-D0BD93FB0035}"/>
              </a:ext>
            </a:extLst>
          </p:cNvPr>
          <p:cNvSpPr/>
          <p:nvPr/>
        </p:nvSpPr>
        <p:spPr>
          <a:xfrm>
            <a:off x="4907281" y="1989792"/>
            <a:ext cx="2803490" cy="27854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0" name="Image 9" descr="Une image contenant Caractère coloré, conception&#10;&#10;Le contenu généré par l’IA peut être incorrect.">
            <a:extLst>
              <a:ext uri="{FF2B5EF4-FFF2-40B4-BE49-F238E27FC236}">
                <a16:creationId xmlns:a16="http://schemas.microsoft.com/office/drawing/2014/main" id="{D7495EDC-1C84-DAEA-DAE7-2712AEFC62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5478" y="2152859"/>
            <a:ext cx="572042" cy="2552281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AD889270-E655-4FF3-788C-F25F04C328C7}"/>
              </a:ext>
            </a:extLst>
          </p:cNvPr>
          <p:cNvSpPr txBox="1"/>
          <p:nvPr/>
        </p:nvSpPr>
        <p:spPr>
          <a:xfrm>
            <a:off x="3556000" y="214269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150 points initiaux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150 points sur 360°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7x150 points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Moyennes initiales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7xMoyennes</a:t>
            </a:r>
          </a:p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27043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8673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5AC56-B7CA-0CDA-F0ED-5991C276A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5DBEBEC9-230A-3EA8-0A66-9EDD592D5C0A}"/>
              </a:ext>
            </a:extLst>
          </p:cNvPr>
          <p:cNvGrpSpPr>
            <a:grpSpLocks/>
          </p:cNvGrpSpPr>
          <p:nvPr/>
        </p:nvGrpSpPr>
        <p:grpSpPr>
          <a:xfrm>
            <a:off x="2667000" y="0"/>
            <a:ext cx="6985000" cy="6858000"/>
            <a:chOff x="2667000" y="0"/>
            <a:chExt cx="6985000" cy="6858000"/>
          </a:xfrm>
        </p:grpSpPr>
        <p:pic>
          <p:nvPicPr>
            <p:cNvPr id="5" name="Image 4" descr="Une image contenant cercle, diagramme, ligne, capture d’écran&#10;&#10;Le contenu généré par l’IA peut être incorrect.">
              <a:extLst>
                <a:ext uri="{FF2B5EF4-FFF2-40B4-BE49-F238E27FC236}">
                  <a16:creationId xmlns:a16="http://schemas.microsoft.com/office/drawing/2014/main" id="{4EDE17E0-B0F5-7319-83C3-B074A49D5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7000" y="0"/>
              <a:ext cx="6858000" cy="68580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FA66832-BE0B-5143-EFB7-B7A55505BCB2}"/>
                </a:ext>
              </a:extLst>
            </p:cNvPr>
            <p:cNvSpPr>
              <a:spLocks/>
            </p:cNvSpPr>
            <p:nvPr/>
          </p:nvSpPr>
          <p:spPr>
            <a:xfrm>
              <a:off x="4907281" y="1989792"/>
              <a:ext cx="2803490" cy="2785408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0" name="Image 9" descr="Une image contenant Caractère coloré, conception&#10;&#10;Le contenu généré par l’IA peut être incorrect.">
              <a:extLst>
                <a:ext uri="{FF2B5EF4-FFF2-40B4-BE49-F238E27FC236}">
                  <a16:creationId xmlns:a16="http://schemas.microsoft.com/office/drawing/2014/main" id="{7A98431D-A78D-AB92-6E84-355D64E16F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5478" y="2152859"/>
              <a:ext cx="572042" cy="2552281"/>
            </a:xfrm>
            <a:prstGeom prst="rect">
              <a:avLst/>
            </a:prstGeom>
          </p:spPr>
        </p:pic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F644DAEF-566F-60C5-98DF-39F03F77D188}"/>
                </a:ext>
              </a:extLst>
            </p:cNvPr>
            <p:cNvSpPr txBox="1">
              <a:spLocks/>
            </p:cNvSpPr>
            <p:nvPr/>
          </p:nvSpPr>
          <p:spPr>
            <a:xfrm>
              <a:off x="3556000" y="2142699"/>
              <a:ext cx="6096000" cy="28623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dirty="0"/>
                <a:t>150 points initiaux</a:t>
              </a:r>
            </a:p>
            <a:p>
              <a:pPr algn="ctr"/>
              <a:endParaRPr lang="fr-FR" dirty="0"/>
            </a:p>
            <a:p>
              <a:pPr algn="ctr"/>
              <a:r>
                <a:rPr lang="fr-FR" dirty="0"/>
                <a:t>150 points sur 360°</a:t>
              </a:r>
            </a:p>
            <a:p>
              <a:pPr algn="ctr"/>
              <a:endParaRPr lang="fr-FR" dirty="0"/>
            </a:p>
            <a:p>
              <a:pPr algn="ctr"/>
              <a:r>
                <a:rPr lang="fr-FR" dirty="0"/>
                <a:t>7x150 points</a:t>
              </a:r>
            </a:p>
            <a:p>
              <a:pPr algn="ctr"/>
              <a:endParaRPr lang="fr-FR" dirty="0"/>
            </a:p>
            <a:p>
              <a:pPr algn="ctr"/>
              <a:r>
                <a:rPr lang="fr-FR" dirty="0"/>
                <a:t>Moyennes initiales</a:t>
              </a:r>
            </a:p>
            <a:p>
              <a:pPr algn="ctr"/>
              <a:endParaRPr lang="fr-FR" dirty="0"/>
            </a:p>
            <a:p>
              <a:pPr algn="ctr"/>
              <a:r>
                <a:rPr lang="fr-FR" dirty="0"/>
                <a:t>7xMoyennes</a:t>
              </a:r>
            </a:p>
            <a:p>
              <a:pPr algn="ctr"/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406818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71A63-F527-3599-B28E-FB503E741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, capture d’écran, cercle, diagramme&#10;&#10;Le contenu généré par l’IA peut être incorrect.">
            <a:extLst>
              <a:ext uri="{FF2B5EF4-FFF2-40B4-BE49-F238E27FC236}">
                <a16:creationId xmlns:a16="http://schemas.microsoft.com/office/drawing/2014/main" id="{5D040BBB-0924-EC96-15E7-3B0DE94ED1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0"/>
            <a:ext cx="6878320" cy="676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804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74284-66F1-0204-DC60-FA99CBD2F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cercle, diagramme, lign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C12EB1A4-D995-2073-C47D-B8899931BA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96158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Grand écran</PresentationFormat>
  <Paragraphs>18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Clément Thibault</dc:creator>
  <cp:lastModifiedBy>Clément Thibault</cp:lastModifiedBy>
  <cp:revision>1</cp:revision>
  <dcterms:created xsi:type="dcterms:W3CDTF">2025-09-03T08:14:29Z</dcterms:created>
  <dcterms:modified xsi:type="dcterms:W3CDTF">2025-09-03T08:42:27Z</dcterms:modified>
</cp:coreProperties>
</file>