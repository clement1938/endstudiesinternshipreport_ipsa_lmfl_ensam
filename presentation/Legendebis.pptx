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E1777-3777-0A3B-AB98-1ED59F861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0E7C83-FD9A-5C54-6D31-4594B1632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7D6CE6-8496-82DC-76CE-73F19E2F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8EFA15-EF1B-DB4A-B797-7111150B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ECEB67-3039-829D-B41D-4FFC7310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43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741C47-F89F-0707-7FCF-8BA74399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2216A5-B9E8-B0BE-BC5A-BA06BB367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2EC656-0FAA-F339-DE9C-44F268CF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FB05C0-66D3-6878-474B-27B99319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788EB0-E773-096C-1E26-99044420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64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C124DB-DC28-2E9D-DF6B-552AA20D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015228-38E6-A940-5599-F08309E3F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D29BA5-D1C9-4E47-74D7-E5EDEF7EB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C2CB3D-9C46-9339-AFB8-FC82775C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5B06DA-EEF2-27FD-608E-3E8F77E4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94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3CCFD5-4C69-71AD-9C45-747717E3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C2A312-8A7F-C9C9-D1DD-4657DE0A3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C9BB93-0A07-DCF7-9029-13E3289AC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AD0F55-6060-1331-BED1-D4F879897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BE8458-A89B-E964-D232-C5F49C53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2AB4EA-8EC8-CCC3-708E-8B94E784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58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7CA954-4A35-8B1C-6D09-69E55871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85750D-16C2-CA86-5F35-B008F2289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5C5C28-5348-45C3-CECF-3F1BD57FC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4F37E2-C94A-BACA-0AAF-616B74F9C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2B3967-0FB9-B369-80B8-1DDC41FE3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83773A7-1D57-2D41-2294-E0DBF9C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EA4EB8-2673-8AB2-18BD-BDE3F3C9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35618E2-A1AE-1ED9-DE95-45E62913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51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E1E91F-A70C-460D-348E-05B44444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CCD7AE-A792-9DD5-F418-52F57FB5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AEEEFD-1118-B646-A14D-897F4476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EA463F6-A742-C642-EA20-4EBEE746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99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CB302AC-CB5F-B971-0E19-3666A620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81760B-B2FB-E113-C185-A8620A7A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D2A42C-727E-2E1E-62DE-8488C8FD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584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F1F8A-38D4-6EF3-9173-5086EFD7A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3A8F1-C2DC-D447-BD93-BBC8C8EC4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3A9A10-8012-4556-9F96-3D4A31738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3A7A96-DAD6-175B-71D6-D51CE1C9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51724A-612D-5423-0F30-2F24682D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291B6E-13B4-189D-E2F5-DDC25A3A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0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2DEAF5-6B52-CD27-7517-364B6E0D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5BD5553-005F-B8C9-24FD-EC2BF0783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33DFAF-D036-1B16-8619-50A0BC5CD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D972CB-8BC0-3840-74AE-E739EF9B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B83CA0-0BE0-B5E4-8A8D-3F27BFA3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C5FF0E-5D77-41D3-173F-E6A08650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79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D19796-131E-2D44-A011-5D55A36F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0BCAF9-2796-6642-A7DE-3F5FFF822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F7C90-D67D-7682-590A-3938108A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6CA89B-2D11-240D-C557-9B0EF626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C2C608-D24A-4DF3-4217-478849DC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31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C99E377-D3DA-A5BF-5A1B-9DC9CC8FE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033044-B7A6-100F-0ED4-137177B6B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91C132-43AA-8623-188B-F38A9F1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3BC8B9-A665-3BF9-8D93-73B1B0CC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C558F9-A105-AE5D-3E5B-254744F4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13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561A3D4-5CB0-4C8C-F11B-4F77297C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C87631-304A-222D-94F2-7BB528189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321AF0-AF53-F598-E4FB-455162D10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D1A40-DBE3-4F44-B3AD-6EFB9F32113D}" type="datetimeFigureOut">
              <a:rPr lang="fr-FR" smtClean="0"/>
              <a:t>04/09/2025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FB05FC-7321-E152-C941-D977E2794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623FA3-FF3A-74D9-43E1-CE1520E59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BF3575-C6C3-46B2-A766-B498C48197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41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A0DCDDF-64DF-CD27-EE5C-8A89577BA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40" y="655079"/>
            <a:ext cx="10371719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5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8570CAC8-0EFA-686F-9C00-F7030FC4441F}"/>
              </a:ext>
            </a:extLst>
          </p:cNvPr>
          <p:cNvGrpSpPr/>
          <p:nvPr/>
        </p:nvGrpSpPr>
        <p:grpSpPr>
          <a:xfrm>
            <a:off x="728461" y="896107"/>
            <a:ext cx="10735077" cy="5065786"/>
            <a:chOff x="728461" y="896107"/>
            <a:chExt cx="10735077" cy="5065786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FBF2BF3C-D94F-06C4-1D8D-250B7B79F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461" y="896107"/>
              <a:ext cx="10735077" cy="5065786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00B964AC-8001-D04A-E460-6D760D0C4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013" t="9183" r="10261" b="87983"/>
            <a:stretch>
              <a:fillRect/>
            </a:stretch>
          </p:blipFill>
          <p:spPr>
            <a:xfrm>
              <a:off x="9731140" y="964933"/>
              <a:ext cx="1683236" cy="332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6221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Clément Thibault</dc:creator>
  <cp:lastModifiedBy>Clément Thibault</cp:lastModifiedBy>
  <cp:revision>1</cp:revision>
  <dcterms:created xsi:type="dcterms:W3CDTF">2025-09-04T09:02:17Z</dcterms:created>
  <dcterms:modified xsi:type="dcterms:W3CDTF">2025-09-04T09:09:18Z</dcterms:modified>
</cp:coreProperties>
</file>