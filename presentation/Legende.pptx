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9F2B"/>
    <a:srgbClr val="1470AF"/>
    <a:srgbClr val="FF7D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FCA957-E6EE-E102-7C67-6A39D5EBC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1DA568-8613-F345-72E2-36762D8AB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02E3CF-EE3E-34C3-BFC9-4B67FF797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413881-9A4C-144F-1E73-2214C7D42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E37976-63C0-0BAA-3DF7-37EDFA3DA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0166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76DCCE-E8BA-4E97-A529-54B36367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B81C5B-B451-687D-6D6D-1B1DBD2A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F0901F-5DD1-7A26-7FED-2EEDBD8B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3CEE07-06F7-3B84-6BBE-5B0CB4FF8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C35EA3-4360-CD03-8511-C958E29A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128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CB8CA2-B7DF-0EAB-1FC0-8F4D9289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3D2420-39EF-9CA5-6F9E-D3284FEDC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7D3B15-8B24-2EB0-3E38-CE59AA03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1604A3-674F-B170-0723-EC918B28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8BAADB-9A5B-0130-9A48-1E0D89A32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2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5F2CC1-610C-5005-BF3A-3C750E50F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4E58AF-8596-A365-A8F3-97BCE0BC5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900079-C135-EEB4-B076-1C330FD53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D6D9A26-4612-057D-EF1F-47261B6C0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098A61-DD2C-4CAF-C298-AB9F12B2E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D70FF51-C510-CF27-CB21-AED7839AB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927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CE006-850A-590E-FF12-23344B675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6307DB-46C8-83A2-8991-557C7808A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E301F2-D158-6866-4669-13EC7CD31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A65B06-ADB1-CBA0-1574-B416CF087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C00B5D1-4B9E-C35F-3F78-FA90FA1D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6BEAA9D-FC20-31B5-CAD7-7F57161F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1C8D143-FABF-EE53-C19C-CCE7DA51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1AF9743-7638-897F-791A-9E614938F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648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4D801-147B-32A4-F354-25DF236F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8C7206-9E9D-8969-D276-3396680A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4B7073A-315C-9E36-B33D-3988C9E2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F3B9C21-362B-AF88-5020-7B335739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214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E920C5F-BDB0-331A-B8A3-250AF70B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C7B145F-952B-3E43-0A24-71394A34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197C77-76D1-007D-3FDB-01DC7BDF2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609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E3756E-4EEB-8A4F-FC6A-15A1FF2D2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C114AA-2136-911D-56D3-0C4FE6B26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A31714-B0EB-A299-8521-C1EF8B5E4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3F07F6-3E0F-766F-FAA1-AE0A9ADD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8E4A020-1E51-5901-34E3-69D8AF5D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43D516-F6DC-2170-3C78-7D57BE542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9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BC5160-D202-DCC1-A0D7-D1FB92EF0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CACE710-B7D3-222C-9358-58A1EF25D7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CF611BB-AC55-3EAD-CECB-A60EE9E0D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A88F01-E9CA-E4D5-B1EB-1624A367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F8B18D-B054-0189-CA40-0A6B50202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842D6E-6494-649B-9404-84093BAE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43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B500E9-7972-0B64-C9FC-7124B1D87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7C7C68D-DF94-9F0D-A9B0-AFF66F2D3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6D4FF9-56BC-3030-B22C-7719ED77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1672EB-81F5-8FF0-5EB2-AF24D9C07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D4B24E-4893-B7F8-F193-8A67A100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97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BE1345-E23A-3778-C95E-83F7E76EF3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791615-20A1-BA8C-5582-FAFE9914F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2EBE0F-B816-0C15-3BFA-74189626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3C6FDD-89F9-6F77-2C5D-27DF5174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D7DC26-129F-024F-8B6D-8C9F09731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0507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4429810-5AE6-AB4D-12B3-071CC4B77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F93D70-B455-D40D-9FDD-57E5471F5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C954B3-19CF-4515-F147-EA2803FEE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257599-6BBC-45BF-8FB8-D0E2AA40C4B5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8E252A-EDB2-70EF-C9C0-E353E41CB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588F49-4CC1-0181-7BDE-DDC519683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46813-2B13-45F2-B4BE-63D29B5D63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69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7AC7BEAA-CEED-EFDD-2187-533395334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4376"/>
            <a:ext cx="12192000" cy="3669248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B3E2A77-AEE6-38DE-A765-9B90D2564B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914" y="2045846"/>
            <a:ext cx="1469983" cy="41280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C9EA5BE-0B7A-937F-8877-F258B0997A22}"/>
              </a:ext>
            </a:extLst>
          </p:cNvPr>
          <p:cNvSpPr txBox="1"/>
          <p:nvPr/>
        </p:nvSpPr>
        <p:spPr>
          <a:xfrm>
            <a:off x="6840897" y="2025527"/>
            <a:ext cx="1469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Numérique</a:t>
            </a:r>
          </a:p>
          <a:p>
            <a:r>
              <a:rPr lang="fr-FR" sz="1200" dirty="0"/>
              <a:t>PIV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660CBC7-C4B0-00A5-0E8F-70523E698496}"/>
              </a:ext>
            </a:extLst>
          </p:cNvPr>
          <p:cNvCxnSpPr/>
          <p:nvPr/>
        </p:nvCxnSpPr>
        <p:spPr>
          <a:xfrm>
            <a:off x="10033000" y="2127602"/>
            <a:ext cx="711200" cy="0"/>
          </a:xfrm>
          <a:prstGeom prst="line">
            <a:avLst/>
          </a:prstGeom>
          <a:ln w="38100">
            <a:solidFill>
              <a:srgbClr val="1470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2D3A66E-F7E6-3878-275A-6EAD76CBD525}"/>
              </a:ext>
            </a:extLst>
          </p:cNvPr>
          <p:cNvCxnSpPr/>
          <p:nvPr/>
        </p:nvCxnSpPr>
        <p:spPr>
          <a:xfrm>
            <a:off x="8646160" y="2122046"/>
            <a:ext cx="711200" cy="0"/>
          </a:xfrm>
          <a:prstGeom prst="line">
            <a:avLst/>
          </a:prstGeom>
          <a:ln w="38100">
            <a:solidFill>
              <a:srgbClr val="FF7D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60033D51-941E-965A-FA2B-3E7425E0CCFA}"/>
              </a:ext>
            </a:extLst>
          </p:cNvPr>
          <p:cNvCxnSpPr/>
          <p:nvPr/>
        </p:nvCxnSpPr>
        <p:spPr>
          <a:xfrm>
            <a:off x="11296650" y="2142842"/>
            <a:ext cx="711200" cy="0"/>
          </a:xfrm>
          <a:prstGeom prst="line">
            <a:avLst/>
          </a:prstGeom>
          <a:ln w="38100">
            <a:solidFill>
              <a:srgbClr val="2B9F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2F22F00-6ED9-0A6D-EE5F-ECDFDEEC98E6}"/>
                  </a:ext>
                </a:extLst>
              </p:cNvPr>
              <p:cNvSpPr txBox="1"/>
              <p:nvPr/>
            </p:nvSpPr>
            <p:spPr>
              <a:xfrm>
                <a:off x="10132060" y="2122046"/>
                <a:ext cx="513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1" name="ZoneTexte 20">
                <a:extLst>
                  <a:ext uri="{FF2B5EF4-FFF2-40B4-BE49-F238E27FC236}">
                    <a16:creationId xmlns:a16="http://schemas.microsoft.com/office/drawing/2014/main" id="{F2F22F00-6ED9-0A6D-EE5F-ECDFDEEC9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2060" y="2122046"/>
                <a:ext cx="51308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92AB3350-376F-C3FE-A69A-681DB54759F3}"/>
                  </a:ext>
                </a:extLst>
              </p:cNvPr>
              <p:cNvSpPr txBox="1"/>
              <p:nvPr/>
            </p:nvSpPr>
            <p:spPr>
              <a:xfrm>
                <a:off x="8745220" y="2122046"/>
                <a:ext cx="513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92AB3350-376F-C3FE-A69A-681DB5475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5220" y="2122046"/>
                <a:ext cx="5130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723224F-8689-43FD-83DA-2C2914B66CD2}"/>
                  </a:ext>
                </a:extLst>
              </p:cNvPr>
              <p:cNvSpPr txBox="1"/>
              <p:nvPr/>
            </p:nvSpPr>
            <p:spPr>
              <a:xfrm>
                <a:off x="11395710" y="2142842"/>
                <a:ext cx="513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9723224F-8689-43FD-83DA-2C2914B66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5710" y="2142842"/>
                <a:ext cx="51308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5755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D89E-223D-ECEB-9863-AECA3BF9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502B65B-411B-59B2-0B57-42153F9C7E12}"/>
              </a:ext>
            </a:extLst>
          </p:cNvPr>
          <p:cNvGrpSpPr/>
          <p:nvPr/>
        </p:nvGrpSpPr>
        <p:grpSpPr>
          <a:xfrm>
            <a:off x="0" y="1594376"/>
            <a:ext cx="12192000" cy="3669248"/>
            <a:chOff x="0" y="1594376"/>
            <a:chExt cx="12192000" cy="3669248"/>
          </a:xfrm>
        </p:grpSpPr>
        <p:pic>
          <p:nvPicPr>
            <p:cNvPr id="5" name="Image 4" descr="Une image contenant texte, ligne, Tracé, diagramme&#10;&#10;Le contenu généré par l’IA peut être incorrect.">
              <a:extLst>
                <a:ext uri="{FF2B5EF4-FFF2-40B4-BE49-F238E27FC236}">
                  <a16:creationId xmlns:a16="http://schemas.microsoft.com/office/drawing/2014/main" id="{74148080-71E1-EB3F-385F-E6E6FB5D1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594376"/>
              <a:ext cx="12192000" cy="3669248"/>
            </a:xfrm>
            <a:prstGeom prst="rect">
              <a:avLst/>
            </a:prstGeom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15304E3-0C86-11C0-0842-916C77538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0914" y="2045846"/>
              <a:ext cx="1469983" cy="412803"/>
            </a:xfrm>
            <a:prstGeom prst="rect">
              <a:avLst/>
            </a:prstGeom>
          </p:spPr>
        </p:pic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F9D8D805-528E-408C-338C-CB64473B7BD5}"/>
                </a:ext>
              </a:extLst>
            </p:cNvPr>
            <p:cNvSpPr txBox="1"/>
            <p:nvPr/>
          </p:nvSpPr>
          <p:spPr>
            <a:xfrm>
              <a:off x="6840897" y="2025527"/>
              <a:ext cx="14699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Numérique</a:t>
              </a:r>
            </a:p>
            <a:p>
              <a:r>
                <a:rPr lang="fr-FR" sz="1200" dirty="0"/>
                <a:t>PIV</a:t>
              </a:r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442DA304-05BE-B987-448B-C1AB04797B96}"/>
                </a:ext>
              </a:extLst>
            </p:cNvPr>
            <p:cNvCxnSpPr/>
            <p:nvPr/>
          </p:nvCxnSpPr>
          <p:spPr>
            <a:xfrm>
              <a:off x="10033000" y="2127602"/>
              <a:ext cx="711200" cy="0"/>
            </a:xfrm>
            <a:prstGeom prst="line">
              <a:avLst/>
            </a:prstGeom>
            <a:ln w="38100">
              <a:solidFill>
                <a:srgbClr val="1470A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>
              <a:extLst>
                <a:ext uri="{FF2B5EF4-FFF2-40B4-BE49-F238E27FC236}">
                  <a16:creationId xmlns:a16="http://schemas.microsoft.com/office/drawing/2014/main" id="{BF4D688C-E6C9-59C4-9BFF-6AAE05B0F35C}"/>
                </a:ext>
              </a:extLst>
            </p:cNvPr>
            <p:cNvCxnSpPr/>
            <p:nvPr/>
          </p:nvCxnSpPr>
          <p:spPr>
            <a:xfrm>
              <a:off x="8646160" y="2122046"/>
              <a:ext cx="711200" cy="0"/>
            </a:xfrm>
            <a:prstGeom prst="line">
              <a:avLst/>
            </a:prstGeom>
            <a:ln w="38100">
              <a:solidFill>
                <a:srgbClr val="FF7D0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>
              <a:extLst>
                <a:ext uri="{FF2B5EF4-FFF2-40B4-BE49-F238E27FC236}">
                  <a16:creationId xmlns:a16="http://schemas.microsoft.com/office/drawing/2014/main" id="{333512F8-A46F-5B39-1409-D3C0CC488F53}"/>
                </a:ext>
              </a:extLst>
            </p:cNvPr>
            <p:cNvCxnSpPr/>
            <p:nvPr/>
          </p:nvCxnSpPr>
          <p:spPr>
            <a:xfrm>
              <a:off x="11296650" y="2142842"/>
              <a:ext cx="711200" cy="0"/>
            </a:xfrm>
            <a:prstGeom prst="line">
              <a:avLst/>
            </a:prstGeom>
            <a:ln w="38100">
              <a:solidFill>
                <a:srgbClr val="2B9F2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335767BD-0587-5972-2F4A-F1D888C7D625}"/>
                    </a:ext>
                  </a:extLst>
                </p:cNvPr>
                <p:cNvSpPr txBox="1"/>
                <p:nvPr/>
              </p:nvSpPr>
              <p:spPr>
                <a:xfrm>
                  <a:off x="10132060" y="2122046"/>
                  <a:ext cx="5130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335767BD-0587-5972-2F4A-F1D888C7D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32060" y="2122046"/>
                  <a:ext cx="51308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289B760E-B65F-46E8-7216-90CAD6A539BB}"/>
                    </a:ext>
                  </a:extLst>
                </p:cNvPr>
                <p:cNvSpPr txBox="1"/>
                <p:nvPr/>
              </p:nvSpPr>
              <p:spPr>
                <a:xfrm>
                  <a:off x="8745220" y="2122046"/>
                  <a:ext cx="5130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fr-FR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289B760E-B65F-46E8-7216-90CAD6A539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5220" y="2122046"/>
                  <a:ext cx="51308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AAF4588-E6D8-7855-1CB9-ABAF52C81C89}"/>
                    </a:ext>
                  </a:extLst>
                </p:cNvPr>
                <p:cNvSpPr txBox="1"/>
                <p:nvPr/>
              </p:nvSpPr>
              <p:spPr>
                <a:xfrm>
                  <a:off x="11395710" y="2142842"/>
                  <a:ext cx="5130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fr-FR" dirty="0"/>
                </a:p>
              </p:txBody>
            </p:sp>
          </mc:Choice>
          <mc:Fallback>
            <p:sp>
              <p:nvSpPr>
                <p:cNvPr id="23" name="ZoneTexte 22">
                  <a:extLst>
                    <a:ext uri="{FF2B5EF4-FFF2-40B4-BE49-F238E27FC236}">
                      <a16:creationId xmlns:a16="http://schemas.microsoft.com/office/drawing/2014/main" id="{9AAF4588-E6D8-7855-1CB9-ABAF52C81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95710" y="2142842"/>
                  <a:ext cx="51308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926672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Grand écran</PresentationFormat>
  <Paragraphs>10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Clément Thibault</dc:creator>
  <cp:lastModifiedBy>Clément Thibault</cp:lastModifiedBy>
  <cp:revision>1</cp:revision>
  <dcterms:created xsi:type="dcterms:W3CDTF">2025-09-03T06:35:06Z</dcterms:created>
  <dcterms:modified xsi:type="dcterms:W3CDTF">2025-09-03T07:24:28Z</dcterms:modified>
</cp:coreProperties>
</file>